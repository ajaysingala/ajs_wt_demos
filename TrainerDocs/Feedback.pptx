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0D8C-31AF-4A0C-5E4A-985A5FE61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A1995-A383-DB29-E7D7-933CDA43B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22AF-1A06-A932-2EAE-E808D859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64EB4-7DB2-D63E-13D0-EE928B23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EB036-2E1C-8E09-A83A-1680C697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07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C6A5-3631-F4B6-E467-9BF47B8D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D1AF3-7F05-19DD-FB16-71C9E382E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CF751-D69E-EA0D-6550-5D5D7D0F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F5C2-5A50-D286-7C4A-0933B669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7A3D9-0DC9-8E26-1BC9-929EE8A1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12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562B-1DD9-121E-49E4-614757A3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21634-2323-5D34-0AD2-69937EE35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9F488-ECC2-74FC-C9B4-6B096A6D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B77D-1F68-2400-92D2-E81022A26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C014C-45DF-7CED-EE10-0DF9DA96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09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C38F-6AA1-689B-5582-2B3619D8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FAF51-3BE5-EE1F-6077-EE48574E3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F9B1B-3E3D-F81B-8CDC-ADDC02BA9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AB710-B593-2BDF-04FC-DE32D2BF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BEA8C-41D3-5643-BCB3-4C0A0632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D1F53-21A9-6331-1F36-3D855438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6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68F6-47A4-C2AF-6607-06D6E6F5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1ACD-F62C-1BD2-1FB4-9CDF4955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C3BD0-3E9A-D209-E04C-8F83F3343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AF085-8394-FF3C-EE52-110FFE636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8882E-5ADA-612A-9C5A-AD450D9B7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A9BFB-1B7F-E5AC-6838-901D7B65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0911C-B688-5EC9-4BC9-E85DA538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59619-781C-4C3A-6E30-55E6B43F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0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0909-5C86-9604-2AEB-F5C5B69A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C26AA1-2F73-B280-EC69-C8E70FC1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93B3A-5236-CD30-0513-A568204D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7D827-1C12-246D-A01B-7FA1FB81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1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DA78D-2AEC-7008-5A97-18FD2C10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01F74-C46E-4012-74FB-E6AACBA5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AD089-DE1B-DE67-180C-711B8C22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3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A6EE-BBCF-89E7-17C2-EAF9957B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4B70-CC31-D04C-CA8D-BA22EC6EF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BA0E-44E2-00D1-2987-32538748D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CAECD-F3D1-820C-261F-865418B0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E73B1-16ED-857B-CB33-B6A0D69C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F2C5D-791F-A380-CE53-A08725EB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5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B1B4-5C10-7A20-BACD-9B5BAAC8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7F29FD-3BFF-C595-3AE8-040F4851F9B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7BBCF-90D1-ABBC-7158-B9D389BDB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E6142-8EA1-DA9B-AF64-B732BD3E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829AB-022B-2F2D-630D-5358D102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0FC40-88EB-4716-654B-D2427A0C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10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59D3-56CB-FAE9-6514-896BA0CD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F16F2-53AD-3E96-5A96-561AA9EF8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23BC7-C0FC-2139-EE11-826A9E7D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2568D-4A22-E6E0-17CD-67CCBA3C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14AE6-F67D-88E6-F4AD-A3241242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5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94FBC-4F55-3DA2-4721-6F3BB1E16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8B4DC-A7BE-13D7-6BDA-B66F2CF50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5DB56-A438-DF7B-C1E5-4C16CC01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470D4-6E77-F8BB-5B51-A1149D79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BA598-61BD-B75F-FAB7-CB1FAECB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7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794A5-34D7-89B8-9798-C385C3EA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B829F-088D-13D2-BB16-E7E64FBA7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537E4-B424-2016-B1CA-D9B29B9B3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10630-7355-46EA-BEFD-AF727CCD553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927DD-DB5F-0D4F-90FE-B8ABDE53D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85EA-CF45-2151-E26C-2DCA4A34E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CB00B-9BF5-4A63-A71F-A0A30913E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70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urveymonkey.com/r/TC5BGX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25CC-169A-D3D7-9DFE-21FC6F99E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FB5A8-0594-768C-B179-A47168EDBD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50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9D44-2039-08E9-0880-2B5F9FC9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552F-294C-5685-8CD0-1DCBCBD1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Feedback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F58D-D62A-9619-586E-0F20E901E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https://www.surveymonkey.com/r/TC5BGXZ</a:t>
            </a:r>
            <a:endParaRPr lang="en-IN" dirty="0"/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98606-978E-11FE-61F2-AC78BABA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359A69-7D30-FAC6-0368-B843ACBF0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679" y="2084070"/>
            <a:ext cx="4374642" cy="437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4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1</cp:revision>
  <dcterms:created xsi:type="dcterms:W3CDTF">2026-10-19T06:19:03Z</dcterms:created>
  <dcterms:modified xsi:type="dcterms:W3CDTF">2026-10-22T15:36:14Z</dcterms:modified>
</cp:coreProperties>
</file>